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5981"/>
    <p:restoredTop sz="94660"/>
  </p:normalViewPr>
  <p:slideViewPr>
    <p:cSldViewPr snapToGrid="0">
      <p:cViewPr varScale="1">
        <p:scale>
          <a:sx d="100" n="53"/>
          <a:sy d="100" n="53"/>
        </p:scale>
        <p:origin x="180" y="5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6" Type="http://schemas.openxmlformats.org/officeDocument/2006/relationships/tableStyles" Target="tableStyles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2" Type="http://schemas.openxmlformats.org/officeDocument/2006/relationships/theme" Target="theme/theme1.xml" /><Relationship Id="rId1" Type="http://schemas.openxmlformats.org/officeDocument/2006/relationships/slideMaster" Target="slideMasters/slideMaster1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8" name="Picture 7" descr="coze-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8430" y="146050"/>
            <a:ext cx="1385887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8" name="Picture 7" descr="coze-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8430" y="146050"/>
            <a:ext cx="1385887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8" name="Picture 7" descr="coze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8430" y="146050"/>
            <a:ext cx="1385887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8" name="Picture 7" descr="coze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8430" y="146050"/>
            <a:ext cx="1385887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10" name="Picture 9" descr="coze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8430" y="146050"/>
            <a:ext cx="1385887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8" name="Picture 7" descr="coze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8430" y="146050"/>
            <a:ext cx="1385887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8" name="Picture 7" descr="coze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8430" y="146050"/>
            <a:ext cx="1385887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8" name="Picture 7" descr="coze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8430" y="146050"/>
            <a:ext cx="1385887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8" name="Picture 7" descr="coze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8430" y="146050"/>
            <a:ext cx="1385887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8" name="Picture 7" descr="coze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8430" y="146050"/>
            <a:ext cx="1385887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8" name="Picture 7" descr="coze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8430" y="146050"/>
            <a:ext cx="1385887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9" Target="../slideLayouts/slideLayout9.xml" Type="http://schemas.openxmlformats.org/officeDocument/2006/relationships/slideLayout" /><Relationship Id="rId8" Target="../slideLayouts/slideLayout8.xml" Type="http://schemas.openxmlformats.org/officeDocument/2006/relationships/slideLayout" /><Relationship Id="rId7" Target="../slideLayouts/slideLayout7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3" Target="../slideLayouts/slideLayout3.xml" Type="http://schemas.openxmlformats.org/officeDocument/2006/relationships/slideLayout" /><Relationship Id="rId2" Target="../slideLayouts/slideLayout2.xml" Type="http://schemas.openxmlformats.org/officeDocument/2006/relationships/slideLayout" /><Relationship Id="rId14" Target="../theme/theme1.xml" Type="http://schemas.openxmlformats.org/officeDocument/2006/relationships/theme" /><Relationship Id="rId13" Target="../media/image2.png" Type="http://schemas.openxmlformats.org/officeDocument/2006/relationships/image" /><Relationship Id="rId12" Target="../media/image1.png" Type="http://schemas.openxmlformats.org/officeDocument/2006/relationships/image" /><Relationship Id="rId11" Target="../slideLayouts/slideLayout11.xml" Type="http://schemas.openxmlformats.org/officeDocument/2006/relationships/slideLayout" /><Relationship Id="rId10" Target="../slideLayouts/slideLayout10.xml" Type="http://schemas.openxmlformats.org/officeDocument/2006/relationships/slideLayout" /><Relationship Id="rId1" Target="../slideLayouts/slideLayout1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descr="coze-logo" id="8" name="Picture 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38430" y="146050"/>
            <a:ext cx="1385887" cy="4572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近年来新奇科技产品一览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柔性电子纸阅读器</a:t>
            </a:r>
          </a:p>
          <a:p>
            <a:pPr lvl="0" indent="-457200" marL="457200">
              <a:buAutoNum type="arabicPeriod"/>
            </a:pPr>
            <a:r>
              <a:rPr/>
              <a:t>AI宠物陪伴机器人</a:t>
            </a:r>
          </a:p>
          <a:p>
            <a:pPr lvl="0" indent="-457200" marL="457200">
              <a:buAutoNum type="arabicPeriod"/>
            </a:pPr>
            <a:r>
              <a:rPr/>
              <a:t>便携式太阳能充电背包</a:t>
            </a:r>
          </a:p>
          <a:p>
            <a:pPr lvl="0" indent="-457200" marL="457200">
              <a:buAutoNum type="arabicPeriod"/>
            </a:pPr>
            <a:r>
              <a:rPr/>
              <a:t>脑机接口头环</a:t>
            </a:r>
          </a:p>
          <a:p>
            <a:pPr lvl="0" indent="-457200" marL="457200">
              <a:buAutoNum type="arabicPeriod"/>
            </a:pPr>
            <a:r>
              <a:rPr/>
              <a:t>模块化智能花盆</a:t>
            </a:r>
          </a:p>
          <a:p>
            <a:pPr lvl="0" indent="-457200" marL="457200">
              <a:buAutoNum type="arabicPeriod"/>
            </a:pPr>
            <a:r>
              <a:rPr/>
              <a:t>可穿戴空气净化器</a:t>
            </a:r>
          </a:p>
          <a:p>
            <a:pPr lvl="0" indent="-457200" marL="457200">
              <a:buAutoNum type="arabicPeriod"/>
            </a:pPr>
            <a:r>
              <a:rPr/>
              <a:t>全息投影键盘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柔性电子纸阅读器（如Boox Tab Ultra C）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特点</a:t>
            </a:r>
            <a:r>
              <a:rPr/>
              <a:t>：彩色柔性电子墨水屏，可弯曲、轻薄如纸，支持手写批注和多设备同步，续航长达数周。</a:t>
            </a:r>
          </a:p>
          <a:p>
            <a:pPr lvl="0"/>
            <a:r>
              <a:rPr b="1"/>
              <a:t>创新点</a:t>
            </a:r>
            <a:r>
              <a:rPr/>
              <a:t>：突破传统电子屏的刚性限制，结合护眼显示与便携性，适合长时间阅读和创作。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AI宠物陪伴机器人（如MarsCat）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特点</a:t>
            </a:r>
            <a:r>
              <a:rPr/>
              <a:t>：仿生设计的“机器猫”，具备自主学习能力，能通过摄像头和传感器识别主人情绪、互动玩耍，甚至模拟猫咪的动作和叫声。</a:t>
            </a:r>
          </a:p>
          <a:p>
            <a:pPr lvl="0"/>
            <a:r>
              <a:rPr b="1"/>
              <a:t>创新点</a:t>
            </a:r>
            <a:r>
              <a:rPr/>
              <a:t>：融合AI情感交互与仿生机械技术，为独居人群或宠物过敏者提供情感陪伴。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便携式太阳能充电背包（如Vollebak Solar Charger Backpack）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特点</a:t>
            </a:r>
            <a:r>
              <a:rPr/>
              <a:t>：背包表面集成高效太阳能电池板，可实时为手机、平板等设备充电，防水耐磨，适合户外探险或应急场景。</a:t>
            </a:r>
          </a:p>
          <a:p>
            <a:pPr lvl="0"/>
            <a:r>
              <a:rPr b="1"/>
              <a:t>创新点</a:t>
            </a:r>
            <a:r>
              <a:rPr/>
              <a:t>：将清洁能源与日常用品结合，解决户外用电痛点。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脑机接口头环（如Muse 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特点</a:t>
            </a:r>
            <a:r>
              <a:rPr/>
              <a:t>：通过EEG传感器监测脑电波，结合APP引导冥想、缓解焦虑，还能追踪睡眠质量并提供个性化放松建议。</a:t>
            </a:r>
          </a:p>
          <a:p>
            <a:pPr lvl="0"/>
            <a:r>
              <a:rPr b="1"/>
              <a:t>创新点</a:t>
            </a:r>
            <a:r>
              <a:rPr/>
              <a:t>：消费级脑科学应用，让普通人通过“意念”调节身心状态。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模块化智能花盆（如Click &amp; Grow Smart Garden）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特点</a:t>
            </a:r>
            <a:r>
              <a:rPr/>
              <a:t>：内置LED灯、自动浇水系统和养分监测功能，用户只需插入预种好的“植物胶囊”，即可在室内轻松种植蔬菜、香草，无需园艺经验。</a:t>
            </a:r>
          </a:p>
          <a:p>
            <a:pPr lvl="0"/>
            <a:r>
              <a:rPr b="1"/>
              <a:t>创新点</a:t>
            </a:r>
            <a:r>
              <a:rPr/>
              <a:t>：将物联网技术与家庭种植结合，实现“傻瓜式”室内农耕。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可穿戴空气净化器（如Atmosface Mask）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特点</a:t>
            </a:r>
            <a:r>
              <a:rPr/>
              <a:t>：轻便头戴式设计，内置HEPA滤网和微型风扇，可过滤PM2.5、花粉等污染物，续航约8小时，适合雾霾或过敏环境。</a:t>
            </a:r>
          </a:p>
          <a:p>
            <a:pPr lvl="0"/>
            <a:r>
              <a:rPr b="1"/>
              <a:t>创新点</a:t>
            </a:r>
            <a:r>
              <a:rPr/>
              <a:t>：突破传统口罩的闷热感，兼顾防护与舒适性。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全息投影键盘（如Celluon Magic Cube）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特点</a:t>
            </a:r>
            <a:r>
              <a:rPr/>
              <a:t>：通过激光投影在平面上形成虚拟键盘，支持手势操作和多点触控，适配手机、平板等设备，解决移动办公输入难题。</a:t>
            </a:r>
          </a:p>
          <a:p>
            <a:pPr lvl="0"/>
            <a:r>
              <a:rPr b="1"/>
              <a:t>创新点</a:t>
            </a:r>
            <a:r>
              <a:rPr/>
              <a:t>：无实体键盘设计，节省空间且科技感十足。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这些产品多结合AI、物联网、新材料等技术，聚焦“轻量化”“智能化”“场景化”需求，正在逐步改变人们的生活方式。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Writer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2026-03-05T05:59:47Z</dcterms:created>
  <dcterms:modified xsi:type="dcterms:W3CDTF">2026-03-05T05:59:47Z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